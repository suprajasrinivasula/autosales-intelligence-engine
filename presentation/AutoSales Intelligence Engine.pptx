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58" r:id="rId4"/>
    <p:sldId id="26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1372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644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49854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1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240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075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160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38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0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16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160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714F236-45F5-4AB5-920D-C8345B80A99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65CADE0-8DCA-49D6-B2B7-C8296185D1A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657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autosales-intelligence-engine.onrender.com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42922-3B3D-4931-0DD8-1BEBF4C4C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AutoSales Intelligence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50D87F-10FF-858D-5212-909304241C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ML-based Sales Forecasting System</a:t>
            </a:r>
          </a:p>
        </p:txBody>
      </p:sp>
    </p:spTree>
    <p:extLst>
      <p:ext uri="{BB962C8B-B14F-4D97-AF65-F5344CB8AC3E}">
        <p14:creationId xmlns:p14="http://schemas.microsoft.com/office/powerpoint/2010/main" val="221760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3E676-F592-7D98-318D-F5B6A4A3C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Problem Statement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02D54-A42D-3710-5575-C6365237C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Manual forecasting leads to:</a:t>
            </a:r>
          </a:p>
          <a:p>
            <a:r>
              <a:rPr lang="en-US" dirty="0"/>
              <a:t>Overstock</a:t>
            </a:r>
          </a:p>
          <a:p>
            <a:r>
              <a:rPr lang="en-US" dirty="0"/>
              <a:t>Stock-outs</a:t>
            </a:r>
          </a:p>
          <a:p>
            <a:r>
              <a:rPr lang="en-US" dirty="0"/>
              <a:t>Revenue loss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66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F978-B375-A82B-83E6-95162E31F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Business Objective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A3DA4-E718-F253-2AA5-DAE6DCED4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Predict monthly automobile sales using ML.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08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0B2A8-7F49-E166-DFD7-F9EB1110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Dataset Overview</a:t>
            </a:r>
            <a:br>
              <a:rPr lang="en-IN" sz="3600" dirty="0">
                <a:latin typeface="Arial Black" panose="020B0A04020102020204" pitchFamily="34" charset="0"/>
              </a:rPr>
            </a:b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C95DC8-3CDE-BD10-D8D3-F9ED87C55F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89959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Records: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1,200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Features: 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Variable: Quantity Sold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Type: Structured tabular dataset</a:t>
            </a:r>
          </a:p>
        </p:txBody>
      </p:sp>
    </p:spTree>
    <p:extLst>
      <p:ext uri="{BB962C8B-B14F-4D97-AF65-F5344CB8AC3E}">
        <p14:creationId xmlns:p14="http://schemas.microsoft.com/office/powerpoint/2010/main" val="2036363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685A-44F8-BEBF-A82D-AE1D0140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Arial Black" panose="020B0A04020102020204" pitchFamily="34" charset="0"/>
              </a:rPr>
              <a:t>EDA Insights</a:t>
            </a:r>
            <a:endParaRPr lang="en-IN" sz="3600"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9AF05-F337-777D-52F6-AC48B6C30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Seasonal patterns</a:t>
            </a:r>
          </a:p>
          <a:p>
            <a:r>
              <a:rPr lang="en-US" dirty="0"/>
              <a:t>Regional demand variation</a:t>
            </a:r>
          </a:p>
          <a:p>
            <a:r>
              <a:rPr lang="en-US" dirty="0"/>
              <a:t>Product-wise performance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199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22AB-84B6-0E01-3B92-01CCE49F3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Feature Engineering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7E2A5B0-FB14-B012-E5D9-81E654D1B9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0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 feature extraction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311681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A292-0A98-E082-AF25-D3776EB9C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28A50-53A0-4C99-64CE-12F1E760D9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Random Forest?</a:t>
            </a:r>
          </a:p>
          <a:p>
            <a:r>
              <a:rPr lang="en-US" dirty="0"/>
              <a:t>Handles non-linearity</a:t>
            </a:r>
          </a:p>
          <a:p>
            <a:r>
              <a:rPr lang="en-US" dirty="0"/>
              <a:t>Robust to overfitting</a:t>
            </a:r>
          </a:p>
          <a:p>
            <a:r>
              <a:rPr lang="en-US" dirty="0"/>
              <a:t>Strong performance baseline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110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C31F-1746-EC48-EAD7-8F9C6753A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Model Performance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C98991-F392-C3EA-F7E9-E08CC21748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0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R2 Score: 0.79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MAE: 0.85</a:t>
            </a:r>
          </a:p>
        </p:txBody>
      </p:sp>
    </p:spTree>
    <p:extLst>
      <p:ext uri="{BB962C8B-B14F-4D97-AF65-F5344CB8AC3E}">
        <p14:creationId xmlns:p14="http://schemas.microsoft.com/office/powerpoint/2010/main" val="342819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9815-ADA0-519E-2D62-4F7C39CD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Deployment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5C34A-ECC1-D88A-105F-0D5876A33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User → Flask API → ML Model → Prediction</a:t>
            </a:r>
          </a:p>
        </p:txBody>
      </p:sp>
    </p:spTree>
    <p:extLst>
      <p:ext uri="{BB962C8B-B14F-4D97-AF65-F5344CB8AC3E}">
        <p14:creationId xmlns:p14="http://schemas.microsoft.com/office/powerpoint/2010/main" val="244822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609A-EF6A-E0BF-92B3-EEEF8CB6F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CD395-5BDE-BE66-EE3E-A1068F7F1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hlinkClick r:id="rId2"/>
              </a:rPr>
              <a:t>https://autosales-intelligence-engine.onrender.com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762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E147-990F-C253-DA6B-1045AA09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Business Impact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74E4B7-2B2E-08A3-BB40-6017E3E48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533" y="-70909"/>
            <a:ext cx="10515600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20% better forecasting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inventory optimization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operational risk</a:t>
            </a:r>
          </a:p>
        </p:txBody>
      </p:sp>
    </p:spTree>
    <p:extLst>
      <p:ext uri="{BB962C8B-B14F-4D97-AF65-F5344CB8AC3E}">
        <p14:creationId xmlns:p14="http://schemas.microsoft.com/office/powerpoint/2010/main" val="1629165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2D79-521B-B935-D623-ED5E4178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60F46-0E89-EED3-3E8C-44294ED39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LSTM model</a:t>
            </a:r>
          </a:p>
          <a:p>
            <a:r>
              <a:rPr lang="en-US" dirty="0"/>
              <a:t>Dashboard UI</a:t>
            </a:r>
          </a:p>
          <a:p>
            <a:r>
              <a:rPr lang="en-US" dirty="0"/>
              <a:t>Real-time prediction pipeline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46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9873-0DF2-039F-3CF1-44B07671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25664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 Black" panose="020B0A04020102020204" pitchFamily="34" charset="0"/>
              </a:rPr>
              <a:t>THANK YOU</a:t>
            </a:r>
            <a:br>
              <a:rPr lang="en-IN" dirty="0"/>
            </a:br>
            <a:r>
              <a:rPr lang="en-IN" dirty="0"/>
              <a:t>              </a:t>
            </a:r>
            <a:r>
              <a:rPr lang="en-IN" sz="2200" dirty="0">
                <a:latin typeface="Arial Black" panose="020B0A04020102020204" pitchFamily="34" charset="0"/>
              </a:rPr>
              <a:t>-Srinivasula Subhadra Supraja</a:t>
            </a:r>
          </a:p>
        </p:txBody>
      </p:sp>
    </p:spTree>
    <p:extLst>
      <p:ext uri="{BB962C8B-B14F-4D97-AF65-F5344CB8AC3E}">
        <p14:creationId xmlns:p14="http://schemas.microsoft.com/office/powerpoint/2010/main" val="2993327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</TotalTime>
  <Words>140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Black</vt:lpstr>
      <vt:lpstr>Tw Cen MT</vt:lpstr>
      <vt:lpstr>Tw Cen MT Condensed</vt:lpstr>
      <vt:lpstr>Wingdings 3</vt:lpstr>
      <vt:lpstr>Integral</vt:lpstr>
      <vt:lpstr>AutoSales Intelligence Engine</vt:lpstr>
      <vt:lpstr>Problem Statement</vt:lpstr>
      <vt:lpstr>Business Objective</vt:lpstr>
      <vt:lpstr>Dataset Overview </vt:lpstr>
      <vt:lpstr>EDA Insights</vt:lpstr>
      <vt:lpstr>Feature Engineering</vt:lpstr>
      <vt:lpstr>Model Selection</vt:lpstr>
      <vt:lpstr>Model Performance</vt:lpstr>
      <vt:lpstr>Deployment Architecture</vt:lpstr>
      <vt:lpstr>Live Demo</vt:lpstr>
      <vt:lpstr>Business Impact</vt:lpstr>
      <vt:lpstr>Future Enhancements</vt:lpstr>
      <vt:lpstr>THANK YOU               -Srinivasula Subhadra Supraja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SUPRAJA ACHARYA</dc:creator>
  <cp:lastModifiedBy>SUPRAJA ACHARYA</cp:lastModifiedBy>
  <cp:revision>1</cp:revision>
  <dcterms:created xsi:type="dcterms:W3CDTF">2026-03-03T10:45:55Z</dcterms:created>
  <dcterms:modified xsi:type="dcterms:W3CDTF">2026-03-03T11:12:18Z</dcterms:modified>
</cp:coreProperties>
</file>